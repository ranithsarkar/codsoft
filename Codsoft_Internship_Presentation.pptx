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1" r:id="rId7"/>
    <p:sldId id="275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66" r:id="rId22"/>
    <p:sldId id="267" r:id="rId23"/>
    <p:sldId id="268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22A890-CE7E-5CBD-1A68-EE3B256CA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DEC3B-1300-55A4-590A-16A146282795}"/>
              </a:ext>
            </a:extLst>
          </p:cNvPr>
          <p:cNvSpPr txBox="1"/>
          <p:nvPr/>
        </p:nvSpPr>
        <p:spPr>
          <a:xfrm>
            <a:off x="1292270" y="2261158"/>
            <a:ext cx="9607460" cy="2335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7200" b="1" dirty="0">
                <a:solidFill>
                  <a:schemeClr val="bg1"/>
                </a:solidFill>
              </a:rPr>
              <a:t>PRESENTATION</a:t>
            </a:r>
          </a:p>
          <a:p>
            <a:pPr algn="l"/>
            <a:r>
              <a:rPr lang="en-IN" sz="7200" b="1" dirty="0">
                <a:solidFill>
                  <a:schemeClr val="bg1"/>
                </a:solidFill>
              </a:rPr>
              <a:t>REGARDING INTERNSHIP 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39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CAAF2-8887-37EC-CAB6-CAF2A442B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5064" y="528346"/>
            <a:ext cx="6841869" cy="1396459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INTERNSHIP DETAILS</a:t>
            </a:r>
            <a:endParaRPr sz="5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87" y="4115643"/>
            <a:ext cx="9651760" cy="1396459"/>
          </a:xfrm>
        </p:spPr>
        <p:txBody>
          <a:bodyPr>
            <a:normAutofit fontScale="77500" lnSpcReduction="20000"/>
          </a:bodyPr>
          <a:lstStyle/>
          <a:p>
            <a:r>
              <a:rPr dirty="0" err="1">
                <a:solidFill>
                  <a:schemeClr val="bg1"/>
                </a:solidFill>
              </a:rPr>
              <a:t>Ranith</a:t>
            </a:r>
            <a:r>
              <a:rPr dirty="0">
                <a:solidFill>
                  <a:schemeClr val="bg1"/>
                </a:solidFill>
              </a:rPr>
              <a:t> Sarkar</a:t>
            </a:r>
          </a:p>
          <a:p>
            <a:r>
              <a:rPr dirty="0" err="1">
                <a:solidFill>
                  <a:schemeClr val="bg1"/>
                </a:solidFill>
              </a:rPr>
              <a:t>Codsoft</a:t>
            </a:r>
            <a:r>
              <a:rPr lang="en-US" dirty="0">
                <a:solidFill>
                  <a:schemeClr val="bg1"/>
                </a:solidFill>
              </a:rPr>
              <a:t> Web Development </a:t>
            </a:r>
            <a:r>
              <a:rPr dirty="0">
                <a:solidFill>
                  <a:schemeClr val="bg1"/>
                </a:solidFill>
              </a:rPr>
              <a:t>Internship</a:t>
            </a:r>
            <a:r>
              <a:rPr lang="en-IN" dirty="0">
                <a:solidFill>
                  <a:schemeClr val="bg1"/>
                </a:solidFill>
              </a:rPr>
              <a:t> (01/05/2025-31/05/2025)</a:t>
            </a:r>
            <a:endParaRPr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Source code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github.com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RanithSarkar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Codsoft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E07CB5-2568-3FF1-D255-5B8279ECE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9276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852" y="1692276"/>
            <a:ext cx="10152296" cy="4238188"/>
          </a:xfrm>
        </p:spPr>
        <p:txBody>
          <a:bodyPr anchor="ctr">
            <a:normAutofit/>
          </a:bodyPr>
          <a:lstStyle/>
          <a:p>
            <a:pPr algn="just"/>
            <a:r>
              <a:rPr sz="2400" b="1" dirty="0">
                <a:solidFill>
                  <a:schemeClr val="bg1"/>
                </a:solidFill>
              </a:rPr>
              <a:t>Overview of </a:t>
            </a:r>
            <a:r>
              <a:rPr sz="2400" b="1" dirty="0" err="1">
                <a:solidFill>
                  <a:schemeClr val="bg1"/>
                </a:solidFill>
              </a:rPr>
              <a:t>Codsoft</a:t>
            </a:r>
            <a:endParaRPr lang="en-IN" sz="2400" b="1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IN" sz="2400" dirty="0" err="1">
                <a:solidFill>
                  <a:schemeClr val="bg1"/>
                </a:solidFill>
              </a:rPr>
              <a:t>CodSoft</a:t>
            </a:r>
            <a:r>
              <a:rPr lang="en-IN" sz="2400" dirty="0">
                <a:solidFill>
                  <a:schemeClr val="bg1"/>
                </a:solidFill>
              </a:rPr>
              <a:t> is an IT services and consultancy company specializing in creating innovative solutions for businesses, with a strong focus on practical, hands-on learning through internship programs. </a:t>
            </a:r>
          </a:p>
          <a:p>
            <a:pPr algn="just"/>
            <a:endParaRPr sz="2400" dirty="0">
              <a:solidFill>
                <a:schemeClr val="bg1"/>
              </a:solidFill>
            </a:endParaRPr>
          </a:p>
          <a:p>
            <a:pPr algn="just"/>
            <a:r>
              <a:rPr sz="2400" b="1" dirty="0">
                <a:solidFill>
                  <a:schemeClr val="bg1"/>
                </a:solidFill>
              </a:rPr>
              <a:t>Role: Intern Developer</a:t>
            </a:r>
          </a:p>
          <a:p>
            <a:pPr algn="just"/>
            <a:r>
              <a:rPr sz="2400" b="1" dirty="0">
                <a:solidFill>
                  <a:schemeClr val="bg1"/>
                </a:solidFill>
              </a:rPr>
              <a:t>Duration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sz="2400" b="1" dirty="0">
                <a:solidFill>
                  <a:schemeClr val="bg1"/>
                </a:solidFill>
              </a:rPr>
              <a:t>of Internship</a:t>
            </a:r>
            <a:r>
              <a:rPr lang="en-IN" sz="2400" b="1" dirty="0">
                <a:solidFill>
                  <a:schemeClr val="bg1"/>
                </a:solidFill>
              </a:rPr>
              <a:t>: one month</a:t>
            </a:r>
            <a:endParaRPr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C0638D-B4C1-8BCD-3C04-3B80C6BFB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9472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Internship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636" y="4473651"/>
            <a:ext cx="9958727" cy="2384349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</a:rPr>
              <a:t>Learn </a:t>
            </a:r>
            <a:r>
              <a:rPr lang="en-IN" sz="2400" dirty="0">
                <a:solidFill>
                  <a:schemeClr val="bg1"/>
                </a:solidFill>
              </a:rPr>
              <a:t>Web </a:t>
            </a:r>
            <a:r>
              <a:rPr sz="2400" dirty="0">
                <a:solidFill>
                  <a:schemeClr val="bg1"/>
                </a:solidFill>
              </a:rPr>
              <a:t>development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endParaRPr sz="2400" dirty="0">
              <a:solidFill>
                <a:schemeClr val="bg1"/>
              </a:solidFill>
            </a:endParaRPr>
          </a:p>
          <a:p>
            <a:r>
              <a:rPr sz="2400" dirty="0">
                <a:solidFill>
                  <a:schemeClr val="bg1"/>
                </a:solidFill>
              </a:rPr>
              <a:t>Build a deployable web app</a:t>
            </a:r>
          </a:p>
          <a:p>
            <a:r>
              <a:rPr sz="2400" dirty="0">
                <a:solidFill>
                  <a:schemeClr val="bg1"/>
                </a:solidFill>
              </a:rPr>
              <a:t>Gain experience with real-world project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DD3A0F-95A0-0B79-D1F6-97547845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9026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871" y="3188242"/>
            <a:ext cx="9442059" cy="303439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Task 1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     a landing page</a:t>
            </a:r>
            <a:endParaRPr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Task 2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     a portfolio website</a:t>
            </a:r>
            <a:endParaRPr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Task 3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</a:rPr>
              <a:t>     a calculator app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7D0E39-A07C-E79C-5CC7-05F8AE0CD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5586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Methodologies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965" y="4405036"/>
            <a:ext cx="10104144" cy="1722263"/>
          </a:xfrm>
        </p:spPr>
        <p:txBody>
          <a:bodyPr anchor="ctr">
            <a:normAutofit/>
          </a:bodyPr>
          <a:lstStyle/>
          <a:p>
            <a:r>
              <a:rPr sz="2400" dirty="0">
                <a:solidFill>
                  <a:schemeClr val="bg1"/>
                </a:solidFill>
              </a:rPr>
              <a:t>Languages: HTML, CSS</a:t>
            </a:r>
            <a:r>
              <a:rPr lang="en-IN" sz="2400" dirty="0">
                <a:solidFill>
                  <a:schemeClr val="bg1"/>
                </a:solidFill>
              </a:rPr>
              <a:t> (for styling)</a:t>
            </a:r>
            <a:r>
              <a:rPr sz="2400" dirty="0">
                <a:solidFill>
                  <a:schemeClr val="bg1"/>
                </a:solidFill>
              </a:rPr>
              <a:t>, JavaScript</a:t>
            </a:r>
            <a:r>
              <a:rPr lang="en-IN" sz="2400" dirty="0">
                <a:solidFill>
                  <a:schemeClr val="bg1"/>
                </a:solidFill>
              </a:rPr>
              <a:t> (for functionality)</a:t>
            </a:r>
            <a:endParaRPr sz="2400" dirty="0">
              <a:solidFill>
                <a:schemeClr val="bg1"/>
              </a:solidFill>
            </a:endParaRPr>
          </a:p>
          <a:p>
            <a:r>
              <a:rPr sz="2400" dirty="0">
                <a:solidFill>
                  <a:schemeClr val="bg1"/>
                </a:solidFill>
              </a:rPr>
              <a:t>Tools: </a:t>
            </a:r>
            <a:r>
              <a:rPr sz="2400" dirty="0" err="1">
                <a:solidFill>
                  <a:schemeClr val="bg1"/>
                </a:solidFill>
              </a:rPr>
              <a:t>Git</a:t>
            </a:r>
            <a:r>
              <a:rPr lang="en-IN" sz="2400" dirty="0">
                <a:solidFill>
                  <a:schemeClr val="bg1"/>
                </a:solidFill>
              </a:rPr>
              <a:t> ( to push code in GitHub)</a:t>
            </a:r>
            <a:r>
              <a:rPr sz="2400" dirty="0">
                <a:solidFill>
                  <a:schemeClr val="bg1"/>
                </a:solidFill>
              </a:rPr>
              <a:t>, GitHub</a:t>
            </a:r>
            <a:r>
              <a:rPr lang="en-IN" sz="2400" dirty="0">
                <a:solidFill>
                  <a:schemeClr val="bg1"/>
                </a:solidFill>
              </a:rPr>
              <a:t> (to manage code and host the website)</a:t>
            </a:r>
            <a:r>
              <a:rPr sz="2400" dirty="0">
                <a:solidFill>
                  <a:schemeClr val="bg1"/>
                </a:solidFill>
              </a:rPr>
              <a:t>, Code Editor</a:t>
            </a:r>
            <a:r>
              <a:rPr lang="en-IN" sz="2400" dirty="0">
                <a:solidFill>
                  <a:schemeClr val="bg1"/>
                </a:solidFill>
              </a:rPr>
              <a:t> (VS Code for writing code)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AEFC63-CD51-BC3D-8E91-95D9C3F8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16C1CB5-2621-FADA-885F-4D55E2358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93987"/>
            <a:ext cx="10363200" cy="1470025"/>
          </a:xfrm>
        </p:spPr>
        <p:txBody>
          <a:bodyPr>
            <a:normAutofit/>
          </a:bodyPr>
          <a:lstStyle/>
          <a:p>
            <a:r>
              <a:rPr lang="en-IN" sz="5400" b="1" i="1" u="sng" dirty="0">
                <a:solidFill>
                  <a:schemeClr val="bg1"/>
                </a:solidFill>
              </a:rPr>
              <a:t>TASK 1</a:t>
            </a:r>
            <a:endParaRPr lang="en-US" sz="5400" b="1" i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27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11CB64-CA0B-29EE-A72A-354E0ED84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38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2D0555-D2A3-F63B-8F54-31763896A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1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E843E4-BAA3-8EE9-2ACD-DE1B2173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853" y="0"/>
            <a:ext cx="7078294" cy="686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03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407C3C-E0F9-1C49-3F8B-51166BAD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D86983-94B2-8D42-2217-48787FD1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r>
              <a:rPr lang="en-IN" sz="5400" b="1" i="1" u="sng" dirty="0">
                <a:solidFill>
                  <a:schemeClr val="bg1"/>
                </a:solidFill>
              </a:rPr>
              <a:t>TASK 2</a:t>
            </a:r>
            <a:endParaRPr lang="en-US" sz="5400" b="1" i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285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7A2434-B364-4FDB-A162-B0071399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52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3D59C1-CFDE-D31E-BA02-4A3C1F0EE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8F3E62-54F9-7EA5-A5D1-63705F09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802" y="0"/>
            <a:ext cx="1404395" cy="68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31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F3B3A6-CD46-E20E-9E1B-4FC97319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6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D7EF8E-5D14-B9CE-775C-6DF3751BD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296" y="-45017"/>
            <a:ext cx="3583408" cy="69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88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2001D-7B77-0DB0-FCC9-4CF85D4B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DB80A8-1BCA-37D4-380C-11A4E859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r>
              <a:rPr lang="en-IN" sz="5400" b="1" i="1" u="sng" dirty="0">
                <a:solidFill>
                  <a:schemeClr val="bg1"/>
                </a:solidFill>
              </a:rPr>
              <a:t>TASK 3</a:t>
            </a:r>
            <a:endParaRPr lang="en-US" sz="5400" b="1" i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826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B19582-1220-D61D-2E19-8CFB6BC04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265522-9D35-FEB4-609D-7DEC7F5E9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75" y="0"/>
            <a:ext cx="4920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56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C056-875A-0635-4179-8A6D71B2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EF0C0C-C106-4125-A67C-8B92661F6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4000B-5374-3C50-CBA2-C7A7FC7E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572" y="1"/>
            <a:ext cx="241085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08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273232-5AEA-B604-1DB0-118BB63B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40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4A4D53-1E1A-698B-CE58-45BAB565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9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82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A453F2-0021-23A8-13D7-92CDA954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1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116" y="4629904"/>
            <a:ext cx="6035329" cy="2685297"/>
          </a:xfrm>
        </p:spPr>
        <p:txBody>
          <a:bodyPr>
            <a:normAutofit/>
          </a:bodyPr>
          <a:lstStyle/>
          <a:p>
            <a:r>
              <a:rPr sz="2400">
                <a:solidFill>
                  <a:schemeClr val="bg1"/>
                </a:solidFill>
              </a:rPr>
              <a:t>Debugging and resolving errors</a:t>
            </a:r>
          </a:p>
          <a:p>
            <a:r>
              <a:rPr sz="2400">
                <a:solidFill>
                  <a:schemeClr val="bg1"/>
                </a:solidFill>
              </a:rPr>
              <a:t>Ensuring responsive design</a:t>
            </a:r>
          </a:p>
          <a:p>
            <a:r>
              <a:rPr sz="2400">
                <a:solidFill>
                  <a:schemeClr val="bg1"/>
                </a:solidFill>
              </a:rPr>
              <a:t>Managing code structure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4A8548-BC2B-ECDD-699C-8FD6C8AD7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1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Outcomes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699" y="4572000"/>
            <a:ext cx="6095519" cy="1828799"/>
          </a:xfrm>
        </p:spPr>
        <p:txBody>
          <a:bodyPr>
            <a:normAutofit/>
          </a:bodyPr>
          <a:lstStyle/>
          <a:p>
            <a:r>
              <a:rPr sz="2400">
                <a:solidFill>
                  <a:schemeClr val="bg1"/>
                </a:solidFill>
              </a:rPr>
              <a:t>Improved coding and debugging skills</a:t>
            </a:r>
          </a:p>
          <a:p>
            <a:r>
              <a:rPr sz="2400">
                <a:solidFill>
                  <a:schemeClr val="bg1"/>
                </a:solidFill>
              </a:rPr>
              <a:t>Understanding of real-world workflows</a:t>
            </a:r>
          </a:p>
          <a:p>
            <a:r>
              <a:rPr sz="2400">
                <a:solidFill>
                  <a:schemeClr val="bg1"/>
                </a:solidFill>
              </a:rPr>
              <a:t>Project delivery and documentation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EE25BD-F765-967B-E6E3-251AF0926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Feedback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776" y="4656454"/>
            <a:ext cx="7467841" cy="1926908"/>
          </a:xfrm>
        </p:spPr>
        <p:txBody>
          <a:bodyPr>
            <a:normAutofit/>
          </a:bodyPr>
          <a:lstStyle/>
          <a:p>
            <a:r>
              <a:rPr sz="2400">
                <a:solidFill>
                  <a:schemeClr val="bg1"/>
                </a:solidFill>
              </a:rPr>
              <a:t>Mentor/peer code review</a:t>
            </a:r>
          </a:p>
          <a:p>
            <a:r>
              <a:rPr sz="2400">
                <a:solidFill>
                  <a:schemeClr val="bg1"/>
                </a:solidFill>
              </a:rPr>
              <a:t>Improved app performance and UI after feedback</a:t>
            </a:r>
          </a:p>
          <a:p>
            <a:r>
              <a:rPr sz="2400">
                <a:solidFill>
                  <a:schemeClr val="bg1"/>
                </a:solidFill>
              </a:rPr>
              <a:t>Focus on clean UI and user experience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EF70CD-886F-17CC-DBBB-43B01DAB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6988"/>
            <a:ext cx="10972800" cy="1143000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chemeClr val="bg1"/>
                </a:solidFill>
              </a:rP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solidFill>
                  <a:schemeClr val="bg1"/>
                </a:solidFill>
              </a:rPr>
              <a:t>During my internship at </a:t>
            </a:r>
            <a:r>
              <a:rPr lang="en-IN" sz="2400" dirty="0" err="1">
                <a:solidFill>
                  <a:schemeClr val="bg1"/>
                </a:solidFill>
              </a:rPr>
              <a:t>Codsoft</a:t>
            </a:r>
            <a:r>
              <a:rPr lang="en-IN" sz="2400" dirty="0">
                <a:solidFill>
                  <a:schemeClr val="bg1"/>
                </a:solidFill>
              </a:rPr>
              <a:t>, I developed multiple frontend projects, enhanced my skills in HTML, CSS, and JavaScript, and gained real-world coding experience. This opportunity helped me understand project planning, version control, and responsive web design—laying a solid foundation for my future in tech.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CCA821-3138-D7B8-E383-DBCA4111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78800"/>
            <a:ext cx="10972800" cy="1143000"/>
          </a:xfrm>
        </p:spPr>
        <p:txBody>
          <a:bodyPr>
            <a:normAutofit/>
          </a:bodyPr>
          <a:lstStyle/>
          <a:p>
            <a:r>
              <a:rPr sz="54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IN" sz="2400" dirty="0">
                <a:solidFill>
                  <a:schemeClr val="bg1"/>
                </a:solidFill>
              </a:rPr>
              <a:t>I sincerely thank the entire </a:t>
            </a:r>
            <a:r>
              <a:rPr lang="en-IN" sz="2400" dirty="0" err="1">
                <a:solidFill>
                  <a:schemeClr val="bg1"/>
                </a:solidFill>
              </a:rPr>
              <a:t>Codsoft</a:t>
            </a:r>
            <a:r>
              <a:rPr lang="en-IN" sz="2400" dirty="0">
                <a:solidFill>
                  <a:schemeClr val="bg1"/>
                </a:solidFill>
              </a:rPr>
              <a:t> team for their valuable support and guidance throughout my internship. Their mentorship played a crucial role in enhancing my skills and shaping my journey as a developer.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INTERNSHIP DETAILS</vt:lpstr>
      <vt:lpstr>Introduction</vt:lpstr>
      <vt:lpstr>Internship Objectives</vt:lpstr>
      <vt:lpstr>Project Overview</vt:lpstr>
      <vt:lpstr>Methodologies &amp; Tech Stack</vt:lpstr>
      <vt:lpstr>TASK 1</vt:lpstr>
      <vt:lpstr>PowerPoint Presentation</vt:lpstr>
      <vt:lpstr>PowerPoint Presentation</vt:lpstr>
      <vt:lpstr>PowerPoint Presentation</vt:lpstr>
      <vt:lpstr>TASK 2</vt:lpstr>
      <vt:lpstr>PowerPoint Presentation</vt:lpstr>
      <vt:lpstr>PowerPoint Presentation</vt:lpstr>
      <vt:lpstr>PowerPoint Presentation</vt:lpstr>
      <vt:lpstr>PowerPoint Presentation</vt:lpstr>
      <vt:lpstr>TASK 3</vt:lpstr>
      <vt:lpstr>PowerPoint Presentation</vt:lpstr>
      <vt:lpstr>PowerPoint Presentation</vt:lpstr>
      <vt:lpstr>PowerPoint Presentation</vt:lpstr>
      <vt:lpstr>PowerPoint Presentation</vt:lpstr>
      <vt:lpstr>Challenges Encountered</vt:lpstr>
      <vt:lpstr>Outcomes &amp; Learnings</vt:lpstr>
      <vt:lpstr>Feedback &amp; Validation</vt:lpstr>
      <vt:lpstr>Summary &amp;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ranithsarkar1@gmail.com</cp:lastModifiedBy>
  <cp:revision>20</cp:revision>
  <dcterms:created xsi:type="dcterms:W3CDTF">2013-01-27T09:14:16Z</dcterms:created>
  <dcterms:modified xsi:type="dcterms:W3CDTF">2025-07-28T05:32:57Z</dcterms:modified>
  <cp:category/>
</cp:coreProperties>
</file>